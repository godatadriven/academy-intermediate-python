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2" r:id="rId4"/>
  </p:sldMasterIdLst>
  <p:notesMasterIdLst>
    <p:notesMasterId r:id="rId15"/>
  </p:notesMasterIdLst>
  <p:sldIdLst>
    <p:sldId id="463" r:id="rId5"/>
    <p:sldId id="260" r:id="rId6"/>
    <p:sldId id="469" r:id="rId7"/>
    <p:sldId id="256" r:id="rId8"/>
    <p:sldId id="257" r:id="rId9"/>
    <p:sldId id="465" r:id="rId10"/>
    <p:sldId id="466" r:id="rId11"/>
    <p:sldId id="467" r:id="rId12"/>
    <p:sldId id="468" r:id="rId13"/>
    <p:sldId id="32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9F66E6-0399-B74C-BAC9-C0ABE5936030}">
          <p14:sldIdLst>
            <p14:sldId id="463"/>
            <p14:sldId id="260"/>
            <p14:sldId id="469"/>
            <p14:sldId id="256"/>
            <p14:sldId id="257"/>
            <p14:sldId id="465"/>
            <p14:sldId id="466"/>
            <p14:sldId id="467"/>
            <p14:sldId id="468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1D5F"/>
    <a:srgbClr val="4A1E47"/>
    <a:srgbClr val="01B2E5"/>
    <a:srgbClr val="AEB1B9"/>
    <a:srgbClr val="59AED8"/>
    <a:srgbClr val="1EB0E0"/>
    <a:srgbClr val="2A3154"/>
    <a:srgbClr val="EE7930"/>
    <a:srgbClr val="EE782F"/>
    <a:srgbClr val="1A1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61" autoAdjust="0"/>
    <p:restoredTop sz="92109"/>
  </p:normalViewPr>
  <p:slideViewPr>
    <p:cSldViewPr snapToGrid="0">
      <p:cViewPr varScale="1">
        <p:scale>
          <a:sx n="75" d="100"/>
          <a:sy n="75" d="100"/>
        </p:scale>
        <p:origin x="6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420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874D4-42FF-C247-B2C3-39F4D1910A9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5157-30F3-2B45-83A6-18F939AD7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4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C5157-30F3-2B45-83A6-18F939AD7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43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4A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D763601-052C-C75A-0A88-F7CD55E9DD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14" y="5813199"/>
            <a:ext cx="1888067" cy="4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23263C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722AA5A-5F86-6E15-CDC5-B3180A45EB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724" y="5657827"/>
            <a:ext cx="2298542" cy="82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8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6A1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39D31E-091E-9094-6A11-A15D86084A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14" y="5813199"/>
            <a:ext cx="1888067" cy="4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1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4A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2A39988-E7FE-A52B-4D1B-AB009EEAB6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14" y="5813199"/>
            <a:ext cx="1888067" cy="4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2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0"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6A1D5F"/>
                </a:solidFill>
                <a:latin typeface="Museo Sans 500" panose="02000000000000000000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910593A-873E-858C-93FC-FE616C2F1D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724" y="5657827"/>
            <a:ext cx="2298542" cy="82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5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rgbClr val="6A1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A1D33"/>
                </a:solidFill>
                <a:latin typeface="Museo Sans 500" panose="02000000000000000000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C516F33-2527-AD2D-DC9D-98C99782C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14" y="5813199"/>
            <a:ext cx="1888067" cy="4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0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9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5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3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8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43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24" r:id="rId2"/>
    <p:sldLayoutId id="2147484225" r:id="rId3"/>
    <p:sldLayoutId id="2147484214" r:id="rId4"/>
    <p:sldLayoutId id="2147484215" r:id="rId5"/>
    <p:sldLayoutId id="2147484226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D14B35-2CBD-D245-BC55-9BA3B12B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PyCharm setup</a:t>
            </a:r>
          </a:p>
        </p:txBody>
      </p:sp>
    </p:spTree>
    <p:extLst>
      <p:ext uri="{BB962C8B-B14F-4D97-AF65-F5344CB8AC3E}">
        <p14:creationId xmlns:p14="http://schemas.microsoft.com/office/powerpoint/2010/main" val="110179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AD21-928F-8649-84D5-D1CDA4915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Configuring the PyCharm intepreter for Conda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0A264-BE59-A346-99C0-FAEB2031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801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C0617C-0C97-684C-99E3-3C96E72AD607}"/>
              </a:ext>
            </a:extLst>
          </p:cNvPr>
          <p:cNvSpPr txBox="1">
            <a:spLocks/>
          </p:cNvSpPr>
          <p:nvPr/>
        </p:nvSpPr>
        <p:spPr>
          <a:xfrm>
            <a:off x="880430" y="4514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rgbClr val="23263C"/>
                </a:solidFill>
                <a:latin typeface="Museo Sans 500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NL" dirty="0"/>
              <a:t>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2401AB-B161-E54E-AAD8-321B8F8688F3}"/>
              </a:ext>
            </a:extLst>
          </p:cNvPr>
          <p:cNvSpPr txBox="1">
            <a:spLocks/>
          </p:cNvSpPr>
          <p:nvPr/>
        </p:nvSpPr>
        <p:spPr>
          <a:xfrm>
            <a:off x="880430" y="191192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3263C"/>
                </a:solidFill>
                <a:latin typeface="Museo Sans 500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3263C"/>
                </a:solidFill>
                <a:latin typeface="Museo Sans 500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3263C"/>
                </a:solidFill>
                <a:latin typeface="Museo Sans 500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63C"/>
                </a:solidFill>
                <a:latin typeface="Museo Sans 500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63C"/>
                </a:solidFill>
                <a:latin typeface="Museo Sans 500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Go to File – Settings – Project: </a:t>
            </a:r>
            <a:r>
              <a:rPr lang="en-NL" i="1" dirty="0"/>
              <a:t>project name</a:t>
            </a:r>
            <a:r>
              <a:rPr lang="en-NL" dirty="0"/>
              <a:t> – Project Interpreter</a:t>
            </a:r>
          </a:p>
          <a:p>
            <a:endParaRPr lang="en-NL" dirty="0"/>
          </a:p>
          <a:p>
            <a:r>
              <a:rPr lang="en-NL" dirty="0"/>
              <a:t>Select the interpreter you want from the drop down list (click “show all” to see more)</a:t>
            </a:r>
          </a:p>
          <a:p>
            <a:endParaRPr lang="en-NL" dirty="0"/>
          </a:p>
          <a:p>
            <a:r>
              <a:rPr lang="en-NL" dirty="0"/>
              <a:t>If you </a:t>
            </a:r>
            <a:r>
              <a:rPr lang="en-NL" i="1" dirty="0"/>
              <a:t>still</a:t>
            </a:r>
            <a:r>
              <a:rPr lang="en-NL" dirty="0"/>
              <a:t> cannot see the interpreter you want click the plus symbol +</a:t>
            </a:r>
          </a:p>
          <a:p>
            <a:endParaRPr lang="en-NL" dirty="0"/>
          </a:p>
          <a:p>
            <a:r>
              <a:rPr lang="en-NL" dirty="0"/>
              <a:t>From there select the existing environment option and search for the path to the enviornment you want</a:t>
            </a:r>
          </a:p>
        </p:txBody>
      </p:sp>
    </p:spTree>
    <p:extLst>
      <p:ext uri="{BB962C8B-B14F-4D97-AF65-F5344CB8AC3E}">
        <p14:creationId xmlns:p14="http://schemas.microsoft.com/office/powerpoint/2010/main" val="363501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AD21-928F-8649-84D5-D1CDA4915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Configuring the PyCharm Terminal for conda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0A264-BE59-A346-99C0-FAEB2031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513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B4FA-6D23-F147-95AE-9289432E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93" y="365125"/>
            <a:ext cx="11457541" cy="1325563"/>
          </a:xfrm>
        </p:spPr>
        <p:txBody>
          <a:bodyPr/>
          <a:lstStyle/>
          <a:p>
            <a:r>
              <a:rPr lang="en-NL" dirty="0"/>
              <a:t>Solution 1: Activat Conda in the PS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F26B0-D915-2E4A-BDF4-F88456D43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PyCharm and execute </a:t>
            </a:r>
            <a:r>
              <a:rPr lang="en-US" dirty="0" err="1"/>
              <a:t>conda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powershell</a:t>
            </a:r>
            <a:r>
              <a:rPr lang="en-US" dirty="0"/>
              <a:t>  in the terminal</a:t>
            </a:r>
          </a:p>
          <a:p>
            <a:r>
              <a:rPr lang="en-US" dirty="0"/>
              <a:t>Restart PyCharm </a:t>
            </a:r>
          </a:p>
          <a:p>
            <a:r>
              <a:rPr lang="en-US" dirty="0"/>
              <a:t>Run </a:t>
            </a:r>
            <a:r>
              <a:rPr lang="en-US" dirty="0" err="1"/>
              <a:t>conda</a:t>
            </a:r>
            <a:r>
              <a:rPr lang="en-US" dirty="0"/>
              <a:t> -V this should give you the </a:t>
            </a:r>
            <a:r>
              <a:rPr lang="en-US" dirty="0" err="1"/>
              <a:t>conda</a:t>
            </a:r>
            <a:r>
              <a:rPr lang="en-US" dirty="0"/>
              <a:t> version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26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D376-5E44-2D4D-BA02-FB0C5F17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Solution 1: Activate Conda in the PS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CD988-C5D0-EA4C-A6D7-2075C194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PyCharm and execute</a:t>
            </a: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dirty="0" err="1">
                <a:solidFill>
                  <a:schemeClr val="tx1"/>
                </a:solidFill>
                <a:highlight>
                  <a:srgbClr val="C0C0C0"/>
                </a:highlight>
              </a:rPr>
              <a:t>conda</a:t>
            </a:r>
            <a:r>
              <a:rPr lang="en-US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  <a:r>
              <a:rPr lang="en-US" dirty="0" err="1">
                <a:solidFill>
                  <a:schemeClr val="tx1"/>
                </a:solidFill>
                <a:highlight>
                  <a:srgbClr val="C0C0C0"/>
                </a:highlight>
              </a:rPr>
              <a:t>init</a:t>
            </a:r>
            <a:r>
              <a:rPr lang="en-US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  <a:r>
              <a:rPr lang="en-US" dirty="0" err="1">
                <a:solidFill>
                  <a:schemeClr val="tx1"/>
                </a:solidFill>
                <a:highlight>
                  <a:srgbClr val="C0C0C0"/>
                </a:highlight>
              </a:rPr>
              <a:t>powershell</a:t>
            </a: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dirty="0"/>
              <a:t>in the terminal</a:t>
            </a:r>
          </a:p>
          <a:p>
            <a:r>
              <a:rPr lang="en-US" dirty="0"/>
              <a:t>Restart PyCharm </a:t>
            </a:r>
          </a:p>
          <a:p>
            <a:r>
              <a:rPr lang="en-US" dirty="0"/>
              <a:t>Run 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-V </a:t>
            </a:r>
            <a:r>
              <a:rPr lang="en-US" dirty="0"/>
              <a:t>this should give you the </a:t>
            </a:r>
            <a:r>
              <a:rPr lang="en-US" dirty="0" err="1"/>
              <a:t>conda</a:t>
            </a:r>
            <a:r>
              <a:rPr lang="en-US" dirty="0"/>
              <a:t> version</a:t>
            </a:r>
          </a:p>
          <a:p>
            <a:endParaRPr lang="en-GB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499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3EBB-703B-E14E-97AD-868E113F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Solution 2: Switch the Terminal to cmd/Anaconda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768DD-F8EA-2841-AB0E-01226B93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settings (</a:t>
            </a:r>
            <a:r>
              <a:rPr lang="en-US" b="1" dirty="0" err="1"/>
              <a:t>Ctrl+Alt+S</a:t>
            </a:r>
            <a:r>
              <a:rPr lang="en-US" dirty="0"/>
              <a:t>, or </a:t>
            </a:r>
            <a:r>
              <a:rPr lang="en-US" b="1" dirty="0"/>
              <a:t>File -&gt; Settings</a:t>
            </a:r>
            <a:r>
              <a:rPr lang="en-US" dirty="0"/>
              <a:t>)</a:t>
            </a:r>
          </a:p>
          <a:p>
            <a:r>
              <a:rPr lang="en-US" dirty="0"/>
              <a:t>Go to </a:t>
            </a:r>
            <a:r>
              <a:rPr lang="en-US" b="1" dirty="0"/>
              <a:t>Tools -&gt; Terminal</a:t>
            </a:r>
            <a:endParaRPr lang="en-US" dirty="0"/>
          </a:p>
          <a:p>
            <a:r>
              <a:rPr lang="en-US" dirty="0"/>
              <a:t>In </a:t>
            </a:r>
            <a:r>
              <a:rPr lang="en-US" b="1" dirty="0"/>
              <a:t>Shell Path</a:t>
            </a:r>
            <a:r>
              <a:rPr lang="en-US" dirty="0"/>
              <a:t> type: </a:t>
            </a:r>
            <a:r>
              <a:rPr lang="en-US" dirty="0" err="1">
                <a:highlight>
                  <a:srgbClr val="C0C0C0"/>
                </a:highlight>
              </a:rPr>
              <a:t>cmd.exe</a:t>
            </a:r>
            <a:r>
              <a:rPr lang="en-US" dirty="0">
                <a:highlight>
                  <a:srgbClr val="C0C0C0"/>
                </a:highlight>
              </a:rPr>
              <a:t>  </a:t>
            </a:r>
          </a:p>
          <a:p>
            <a:r>
              <a:rPr lang="en-US" dirty="0"/>
              <a:t>Now restart PyCharm, it should automatically re-open the project</a:t>
            </a:r>
          </a:p>
          <a:p>
            <a:r>
              <a:rPr lang="en-US" dirty="0"/>
              <a:t>Execute in the Terminal:</a:t>
            </a:r>
            <a:r>
              <a:rPr lang="en-US" b="1" dirty="0"/>
              <a:t> 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-V </a:t>
            </a:r>
            <a:r>
              <a:rPr lang="en-US" dirty="0"/>
              <a:t>(this should show you what version of Anaconda you are using)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5589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3EBB-703B-E14E-97AD-868E113F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Solution 2: Switch the Terminal to cmd/Anaconda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768DD-F8EA-2841-AB0E-01226B93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still not working, repeat all steps the same except do this instead for </a:t>
            </a:r>
            <a:r>
              <a:rPr lang="en-GB" b="1" dirty="0"/>
              <a:t>step 3</a:t>
            </a:r>
            <a:r>
              <a:rPr lang="en-GB" dirty="0"/>
              <a:t>.</a:t>
            </a:r>
          </a:p>
          <a:p>
            <a:r>
              <a:rPr lang="en-GB" dirty="0"/>
              <a:t>Find where your Anaconda is located. Typically it is somewhere like C:\Users\</a:t>
            </a:r>
            <a:r>
              <a:rPr lang="en-GB" dirty="0">
                <a:solidFill>
                  <a:srgbClr val="FF0000"/>
                </a:solidFill>
              </a:rPr>
              <a:t>me</a:t>
            </a:r>
            <a:r>
              <a:rPr lang="en-GB" dirty="0"/>
              <a:t>\Anaconda3\:</a:t>
            </a:r>
          </a:p>
          <a:p>
            <a:r>
              <a:rPr lang="en-GB" dirty="0"/>
              <a:t>In the </a:t>
            </a:r>
            <a:r>
              <a:rPr lang="en-GB" b="1" dirty="0"/>
              <a:t>Shell Path </a:t>
            </a:r>
            <a:r>
              <a:rPr lang="en-GB" dirty="0"/>
              <a:t>type: </a:t>
            </a:r>
            <a:r>
              <a:rPr lang="en-GB" dirty="0" err="1">
                <a:highlight>
                  <a:srgbClr val="C0C0C0"/>
                </a:highlight>
              </a:rPr>
              <a:t>cmd.exe</a:t>
            </a:r>
            <a:r>
              <a:rPr lang="en-GB" dirty="0">
                <a:highlight>
                  <a:srgbClr val="C0C0C0"/>
                </a:highlight>
              </a:rPr>
              <a:t> “/K” “C:\Users\</a:t>
            </a:r>
            <a:r>
              <a:rPr lang="en-GB" dirty="0">
                <a:solidFill>
                  <a:srgbClr val="FF0000"/>
                </a:solidFill>
                <a:highlight>
                  <a:srgbClr val="C0C0C0"/>
                </a:highlight>
              </a:rPr>
              <a:t>me</a:t>
            </a:r>
            <a:r>
              <a:rPr lang="en-GB" dirty="0">
                <a:highlight>
                  <a:srgbClr val="C0C0C0"/>
                </a:highlight>
              </a:rPr>
              <a:t>\Anaconda3\Scripts\</a:t>
            </a:r>
            <a:r>
              <a:rPr lang="en-GB" dirty="0" err="1">
                <a:highlight>
                  <a:srgbClr val="C0C0C0"/>
                </a:highlight>
              </a:rPr>
              <a:t>activate.bat</a:t>
            </a:r>
            <a:r>
              <a:rPr lang="en-GB" dirty="0">
                <a:highlight>
                  <a:srgbClr val="C0C0C0"/>
                </a:highlight>
              </a:rPr>
              <a:t>” “C:\Users\</a:t>
            </a:r>
            <a:r>
              <a:rPr lang="en-GB" dirty="0">
                <a:solidFill>
                  <a:srgbClr val="FF0000"/>
                </a:solidFill>
                <a:highlight>
                  <a:srgbClr val="C0C0C0"/>
                </a:highlight>
              </a:rPr>
              <a:t>me</a:t>
            </a:r>
            <a:r>
              <a:rPr lang="en-GB" dirty="0">
                <a:highlight>
                  <a:srgbClr val="C0C0C0"/>
                </a:highlight>
              </a:rPr>
              <a:t>\Anaconda3”  </a:t>
            </a:r>
            <a:r>
              <a:rPr lang="en-GB" dirty="0"/>
              <a:t>replacing </a:t>
            </a:r>
            <a:r>
              <a:rPr lang="en-GB" dirty="0">
                <a:solidFill>
                  <a:srgbClr val="FF0000"/>
                </a:solidFill>
                <a:highlight>
                  <a:srgbClr val="C0C0C0"/>
                </a:highlight>
              </a:rPr>
              <a:t>me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with the location of your Anaconda. (Tip: Navigate to the Anaconda3 folder in Windows File Explorer and copy the folder path)</a:t>
            </a:r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5599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2FE4-22CB-ED40-A1B9-C68E3DDC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Solution 3: Use the Anaconda prompt directly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48D6-9678-034E-80E6-D15FCD7AA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Anaconda Prompt</a:t>
            </a:r>
          </a:p>
          <a:p>
            <a:r>
              <a:rPr lang="en-US" dirty="0"/>
              <a:t>Navigate to the folder where 2. Out of </a:t>
            </a:r>
            <a:r>
              <a:rPr lang="en-US" dirty="0" err="1"/>
              <a:t>Jupyter</a:t>
            </a:r>
            <a:r>
              <a:rPr lang="en-US" dirty="0"/>
              <a:t> is located - </a:t>
            </a:r>
            <a:r>
              <a:rPr lang="en-US" dirty="0" err="1"/>
              <a:t>eg.</a:t>
            </a:r>
            <a:r>
              <a:rPr lang="en-US" dirty="0"/>
              <a:t> </a:t>
            </a:r>
            <a:r>
              <a:rPr lang="en-US" dirty="0">
                <a:highlight>
                  <a:srgbClr val="C0C0C0"/>
                </a:highlight>
              </a:rPr>
              <a:t>cd “C:/Documents/Practical Python/2. Out of </a:t>
            </a:r>
            <a:r>
              <a:rPr lang="en-US" dirty="0" err="1">
                <a:highlight>
                  <a:srgbClr val="C0C0C0"/>
                </a:highlight>
              </a:rPr>
              <a:t>Jupyter</a:t>
            </a:r>
            <a:r>
              <a:rPr lang="en-US" dirty="0">
                <a:highlight>
                  <a:srgbClr val="C0C0C0"/>
                </a:highlight>
              </a:rPr>
              <a:t>” </a:t>
            </a:r>
            <a:r>
              <a:rPr lang="en-US" dirty="0"/>
              <a:t>changing the folder path to where this folder is on your machine (Tip: Navigate to the Anaconda3 folder in Windows File Explorer and copy the folder path).</a:t>
            </a:r>
          </a:p>
          <a:p>
            <a:r>
              <a:rPr lang="en-US" dirty="0"/>
              <a:t>Create a file in this folder on PyCharm (if you don’t already) called </a:t>
            </a:r>
            <a:r>
              <a:rPr lang="en-US" dirty="0">
                <a:highlight>
                  <a:srgbClr val="C0C0C0"/>
                </a:highlight>
              </a:rPr>
              <a:t>1_First_Program.py</a:t>
            </a:r>
          </a:p>
          <a:p>
            <a:r>
              <a:rPr lang="en-US" dirty="0"/>
              <a:t>Execute </a:t>
            </a:r>
            <a:r>
              <a:rPr lang="en-US" dirty="0">
                <a:highlight>
                  <a:srgbClr val="C0C0C0"/>
                </a:highlight>
              </a:rPr>
              <a:t>python 1_First_Program.py</a:t>
            </a:r>
            <a:r>
              <a:rPr lang="en-US" b="1" dirty="0"/>
              <a:t> </a:t>
            </a:r>
            <a:r>
              <a:rPr lang="en-US" dirty="0"/>
              <a:t>in the </a:t>
            </a:r>
            <a:r>
              <a:rPr lang="en-US" b="1" dirty="0"/>
              <a:t>Anaconda Prompt</a:t>
            </a: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2140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D14B35-2CBD-D245-BC55-9BA3B12B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768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39FBE7F04D548BD29E91DECF7B3B6" ma:contentTypeVersion="13" ma:contentTypeDescription="Create a new document." ma:contentTypeScope="" ma:versionID="b602e1ecca412fe4a8c3bc990c1bc03c">
  <xsd:schema xmlns:xsd="http://www.w3.org/2001/XMLSchema" xmlns:xs="http://www.w3.org/2001/XMLSchema" xmlns:p="http://schemas.microsoft.com/office/2006/metadata/properties" xmlns:ns2="5bd7bfd5-7afe-443c-afc0-875eadc8b11d" xmlns:ns3="26b68be9-fe62-41a5-8ef8-f23c99e4d909" targetNamespace="http://schemas.microsoft.com/office/2006/metadata/properties" ma:root="true" ma:fieldsID="03a0d83c907fa6c17ed887decd22fd5a" ns2:_="" ns3:_="">
    <xsd:import namespace="5bd7bfd5-7afe-443c-afc0-875eadc8b11d"/>
    <xsd:import namespace="26b68be9-fe62-41a5-8ef8-f23c99e4d9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d7bfd5-7afe-443c-afc0-875eadc8b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68be9-fe62-41a5-8ef8-f23c99e4d90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667571-F1FB-4DF7-88D2-4DB7733F15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d7bfd5-7afe-443c-afc0-875eadc8b11d"/>
    <ds:schemaRef ds:uri="26b68be9-fe62-41a5-8ef8-f23c99e4d9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9F9C4D-ABBF-4954-80E6-8E52F7563E6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478D539-31A3-4A2E-9B61-31BD3D6C41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431</Words>
  <Application>Microsoft Office PowerPoint</Application>
  <PresentationFormat>Widescreen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Museo Sans 500</vt:lpstr>
      <vt:lpstr>Office Theme</vt:lpstr>
      <vt:lpstr>PyCharm setup</vt:lpstr>
      <vt:lpstr>Configuring the PyCharm intepreter for Conda</vt:lpstr>
      <vt:lpstr>PowerPoint Presentation</vt:lpstr>
      <vt:lpstr>Configuring the PyCharm Terminal for conda</vt:lpstr>
      <vt:lpstr>Solution 1: Activat Conda in the PS terminal</vt:lpstr>
      <vt:lpstr>Solution 1: Activate Conda in the PS terminal</vt:lpstr>
      <vt:lpstr>Solution 2: Switch the Terminal to cmd/Anaconda</vt:lpstr>
      <vt:lpstr>Solution 2: Switch the Terminal to cmd/Anaconda</vt:lpstr>
      <vt:lpstr>Solution 3: Use the Anaconda prompt directly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Lysanne van Beek</cp:lastModifiedBy>
  <cp:revision>153</cp:revision>
  <cp:lastPrinted>2018-12-03T21:06:47Z</cp:lastPrinted>
  <dcterms:created xsi:type="dcterms:W3CDTF">2013-07-15T20:26:40Z</dcterms:created>
  <dcterms:modified xsi:type="dcterms:W3CDTF">2023-03-31T12:49:06Z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0x01010055E39FBE7F04D548BD29E91DECF7B3B6</vt:lpwstr>
  </property>
</Properties>
</file>